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2" r:id="rId7"/>
    <p:sldId id="263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LPG Gas Leakage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ESP32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 LPG gas leakage.</a:t>
            </a:r>
          </a:p>
          <a:p>
            <a:r>
              <a:rPr lang="en-US" dirty="0"/>
              <a:t>Display system status on an LCD.</a:t>
            </a:r>
          </a:p>
          <a:p>
            <a:r>
              <a:rPr lang="en-US" dirty="0"/>
              <a:t>Alert users using a buzzer.</a:t>
            </a:r>
          </a:p>
          <a:p>
            <a:r>
              <a:rPr lang="en-US" dirty="0"/>
              <a:t>Automatically close the gas valve using a servo motor.</a:t>
            </a:r>
          </a:p>
          <a:p>
            <a:r>
              <a:rPr lang="en-US" dirty="0"/>
              <a:t>Turn ON an exhaust fan using a </a:t>
            </a:r>
            <a:r>
              <a:rPr lang="en-US" dirty="0" err="1"/>
              <a:t>relay.Improve</a:t>
            </a:r>
            <a:r>
              <a:rPr lang="en-US" dirty="0"/>
              <a:t> household and industrial safest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ESP32 Development Board</a:t>
            </a:r>
          </a:p>
          <a:p>
            <a:r>
              <a:rPr lang="en-IN" dirty="0"/>
              <a:t>MQ-2 Gas Sensor</a:t>
            </a:r>
          </a:p>
          <a:p>
            <a:r>
              <a:rPr lang="en-IN" dirty="0"/>
              <a:t>SG90 Servo Motor</a:t>
            </a:r>
          </a:p>
          <a:p>
            <a:r>
              <a:rPr lang="en-IN" dirty="0"/>
              <a:t>16×2 I2C LCD</a:t>
            </a:r>
          </a:p>
          <a:p>
            <a:r>
              <a:rPr lang="en-IN" dirty="0"/>
              <a:t>Relay Module</a:t>
            </a:r>
          </a:p>
          <a:p>
            <a:r>
              <a:rPr lang="en-IN" dirty="0"/>
              <a:t>Active Buzzer</a:t>
            </a:r>
          </a:p>
          <a:p>
            <a:r>
              <a:rPr lang="en-IN" dirty="0"/>
              <a:t>Buck Converter</a:t>
            </a:r>
          </a:p>
          <a:p>
            <a:r>
              <a:rPr lang="en-IN" dirty="0"/>
              <a:t>Breadboard</a:t>
            </a:r>
          </a:p>
          <a:p>
            <a:r>
              <a:rPr lang="en-IN" dirty="0"/>
              <a:t>Jumper Wires</a:t>
            </a:r>
          </a:p>
          <a:p>
            <a:r>
              <a:rPr lang="en-IN" dirty="0"/>
              <a:t>Power Supply.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563DB-5735-DA23-04A8-0DE390BE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CONNECTION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B40A5C-161A-5845-ED97-C00CAE81E5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3419570"/>
              </p:ext>
            </p:extLst>
          </p:nvPr>
        </p:nvGraphicFramePr>
        <p:xfrm>
          <a:off x="457200" y="1600199"/>
          <a:ext cx="8229600" cy="4661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81493981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285835481"/>
                    </a:ext>
                  </a:extLst>
                </a:gridCol>
              </a:tblGrid>
              <a:tr h="66572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801343"/>
                  </a:ext>
                </a:extLst>
              </a:tr>
              <a:tr h="66572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MQ-2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GPIO-34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887838"/>
                  </a:ext>
                </a:extLst>
              </a:tr>
              <a:tr h="66572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SERVO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GPIO-13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12884209"/>
                  </a:ext>
                </a:extLst>
              </a:tr>
              <a:tr h="66712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BUZZER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GPIO-26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73279313"/>
                  </a:ext>
                </a:extLst>
              </a:tr>
              <a:tr h="66572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RELAY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GPIO-27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918619"/>
                  </a:ext>
                </a:extLst>
              </a:tr>
              <a:tr h="66572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LCD SCL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GPIO-22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936550"/>
                  </a:ext>
                </a:extLst>
              </a:tr>
              <a:tr h="66572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LCD SDA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GPIO-21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4057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197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Normal Condition  </a:t>
            </a:r>
          </a:p>
          <a:p>
            <a:r>
              <a:rPr lang="en-IN" dirty="0"/>
              <a:t>MQ-2 continuously monitors gas.</a:t>
            </a:r>
          </a:p>
          <a:p>
            <a:r>
              <a:rPr lang="en-IN" dirty="0"/>
              <a:t>LCD displays LPG SAFE.</a:t>
            </a:r>
          </a:p>
          <a:p>
            <a:r>
              <a:rPr lang="en-IN" dirty="0"/>
              <a:t>Servo remains at 0°.</a:t>
            </a:r>
          </a:p>
          <a:p>
            <a:r>
              <a:rPr lang="en-IN" dirty="0"/>
              <a:t>Relay </a:t>
            </a:r>
            <a:r>
              <a:rPr lang="en-IN" dirty="0" err="1"/>
              <a:t>OFF.Buzzer</a:t>
            </a:r>
            <a:r>
              <a:rPr lang="en-IN" dirty="0"/>
              <a:t> OFF.</a:t>
            </a:r>
          </a:p>
          <a:p>
            <a:pPr marL="0" indent="0">
              <a:buNone/>
            </a:pPr>
            <a:r>
              <a:rPr lang="en-IN" b="1" dirty="0"/>
              <a:t>Gas Leakage</a:t>
            </a:r>
          </a:p>
          <a:p>
            <a:r>
              <a:rPr lang="en-IN" dirty="0"/>
              <a:t>MQ-2 detects LPG.</a:t>
            </a:r>
          </a:p>
          <a:p>
            <a:r>
              <a:rPr lang="en-IN" dirty="0"/>
              <a:t>ESP32 activates the buzzer.</a:t>
            </a:r>
          </a:p>
          <a:p>
            <a:r>
              <a:rPr lang="en-IN" dirty="0"/>
              <a:t>Relay turns ON.</a:t>
            </a:r>
          </a:p>
          <a:p>
            <a:r>
              <a:rPr lang="en-IN" dirty="0"/>
              <a:t>Servo rotates to close the gas valve.</a:t>
            </a:r>
          </a:p>
          <a:p>
            <a:r>
              <a:rPr lang="en-IN" dirty="0"/>
              <a:t>LCD displays WARNING! GAS LEAK.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7672-04B1-9D73-A476-AB91D4A6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17A84-6805-8FF9-CB34-A60C5ECE6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LPG Gas    │MQ-2 Sensor    │ESP32 Controller ├─────────────┬──────────────┬─────────────┐ │             │              │             │LCD        Buzzer        Relay         Servo                             │                        Exhaust Fan</a:t>
            </a:r>
          </a:p>
        </p:txBody>
      </p:sp>
    </p:spTree>
    <p:extLst>
      <p:ext uri="{BB962C8B-B14F-4D97-AF65-F5344CB8AC3E}">
        <p14:creationId xmlns:p14="http://schemas.microsoft.com/office/powerpoint/2010/main" val="3854477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B8C6-903E-46DA-EFAA-CDD4E6B2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7350-0B57-6AE3-7940-0F80C385E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742903" cy="4446639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Start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Initialize ESP32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Read MQ2 Sensor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Gas &gt; Threshold ?   </a:t>
            </a:r>
          </a:p>
          <a:p>
            <a:r>
              <a:rPr lang="en-IN" dirty="0"/>
              <a:t>↓</a:t>
            </a:r>
          </a:p>
          <a:p>
            <a:r>
              <a:rPr lang="en-IN" dirty="0" err="1"/>
              <a:t>YesLCD</a:t>
            </a:r>
            <a:r>
              <a:rPr lang="en-IN" dirty="0"/>
              <a:t> Warning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Buzzer ON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Relay ON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Servo 90°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Continue Monitoring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No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LCD Safe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Relay OFF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Servo 0°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978296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Low-cost system</a:t>
            </a:r>
          </a:p>
          <a:p>
            <a:r>
              <a:rPr lang="en-US" dirty="0"/>
              <a:t>Easy to build</a:t>
            </a:r>
          </a:p>
          <a:p>
            <a:r>
              <a:rPr lang="en-US" dirty="0"/>
              <a:t>Automatic safety response</a:t>
            </a:r>
          </a:p>
          <a:p>
            <a:r>
              <a:rPr lang="en-US" dirty="0"/>
              <a:t>Reduces fire hazards</a:t>
            </a:r>
          </a:p>
          <a:p>
            <a:r>
              <a:rPr lang="en-US" dirty="0"/>
              <a:t>Easy to upgrade with IoT</a:t>
            </a:r>
          </a:p>
          <a:p>
            <a:r>
              <a:rPr lang="en-US" dirty="0"/>
              <a:t>User-friendly </a:t>
            </a:r>
          </a:p>
          <a:p>
            <a:r>
              <a:rPr lang="en-US" dirty="0"/>
              <a:t>LCD interface</a:t>
            </a:r>
          </a:p>
          <a:p>
            <a:r>
              <a:rPr lang="en-US" dirty="0"/>
              <a:t>Suitable for homes and industries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Future Enhancements</a:t>
            </a:r>
          </a:p>
          <a:p>
            <a:r>
              <a:rPr lang="en-IN" dirty="0"/>
              <a:t>Blynk IoT mobile notifications</a:t>
            </a:r>
          </a:p>
          <a:p>
            <a:r>
              <a:rPr lang="en-IN" dirty="0"/>
              <a:t>GSM SMS alerts</a:t>
            </a:r>
          </a:p>
          <a:p>
            <a:r>
              <a:rPr lang="en-IN" dirty="0"/>
              <a:t>Flame sensor integration</a:t>
            </a:r>
          </a:p>
          <a:p>
            <a:r>
              <a:rPr lang="en-IN" dirty="0"/>
              <a:t>Temperature monitoring</a:t>
            </a:r>
          </a:p>
          <a:p>
            <a:r>
              <a:rPr lang="en-IN" dirty="0"/>
              <a:t>Cloud data logging</a:t>
            </a:r>
          </a:p>
          <a:p>
            <a:r>
              <a:rPr lang="en-IN" dirty="0"/>
              <a:t>AI-based gas level prediction</a:t>
            </a:r>
          </a:p>
          <a:p>
            <a:r>
              <a:rPr lang="en-IN" dirty="0"/>
              <a:t>Battery backup</a:t>
            </a:r>
          </a:p>
          <a:p>
            <a:r>
              <a:rPr lang="en-IN" dirty="0"/>
              <a:t>Mobile application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266</Words>
  <Application>Microsoft Office PowerPoint</Application>
  <PresentationFormat>On-screen Show (4:3)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Smart LPG Gas Leakage Detection</vt:lpstr>
      <vt:lpstr>Objectives</vt:lpstr>
      <vt:lpstr>Components</vt:lpstr>
      <vt:lpstr>CIRCUIT CONNECTION</vt:lpstr>
      <vt:lpstr>Working</vt:lpstr>
      <vt:lpstr>BLOCK DIAGRAM</vt:lpstr>
      <vt:lpstr>FLOWCHART</vt:lpstr>
      <vt:lpstr>Advantages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SANGEETH SASIKUMAR</dc:creator>
  <cp:keywords/>
  <dc:description>generated using python-pptx</dc:description>
  <cp:lastModifiedBy>SANGEETH SASIKUMAR K S</cp:lastModifiedBy>
  <cp:revision>2</cp:revision>
  <dcterms:created xsi:type="dcterms:W3CDTF">2013-01-27T09:14:16Z</dcterms:created>
  <dcterms:modified xsi:type="dcterms:W3CDTF">2026-07-11T17:25:54Z</dcterms:modified>
  <cp:category/>
</cp:coreProperties>
</file>