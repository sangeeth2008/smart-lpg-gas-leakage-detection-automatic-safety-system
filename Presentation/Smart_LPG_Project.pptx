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Smart LPG Gas Leakage Detection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ESP32 Mini Project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Add your demonstration notes here.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Add your demonstration notes here.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Working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Add your demonstration notes here.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Add your demonstration notes here.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Future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Add your demonstration notes here.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